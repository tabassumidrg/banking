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king_hero_image_1775368895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5600">
                <a:solidFill>
                  <a:srgbClr val="00FFFF"/>
                </a:solidFill>
              </a:defRPr>
            </a:pPr>
            <a:r>
              <a:t>NIDHI BANK</a:t>
            </a:r>
          </a:p>
          <a:p>
            <a:pPr>
              <a:defRPr sz="2600">
                <a:solidFill>
                  <a:srgbClr val="C8C8C8"/>
                </a:solidFill>
              </a:defRPr>
            </a:pPr>
            <a:r>
              <a:t>Modern Financial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800">
                <a:solidFill>
                  <a:srgbClr val="00C8FF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Professional Digital Banking platform.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Focus: UX, Security, Reliability.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Built with Next.js/FastAPI.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800">
                <a:solidFill>
                  <a:srgbClr val="00C8FF"/>
                </a:solidFill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Frontend: Next.js 14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Backend: FastAPI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DB: PostgreSQL</a:t>
            </a:r>
          </a:p>
        </p:txBody>
      </p:sp>
      <p:pic>
        <p:nvPicPr>
          <p:cNvPr id="4" name="Picture 3" descr="tech_stack_visualization_1775368950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800">
                <a:solidFill>
                  <a:srgbClr val="00C8FF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Real-time Balance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Atomic Transfers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Admin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800">
                <a:solidFill>
                  <a:srgbClr val="00C8FF"/>
                </a:solidFill>
              </a:defRPr>
            </a:pPr>
            <a:r>
              <a:t>Security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Bcrypt Hashing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CORS Hardening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Robust Validation</a:t>
            </a:r>
          </a:p>
        </p:txBody>
      </p:sp>
      <p:pic>
        <p:nvPicPr>
          <p:cNvPr id="4" name="Picture 3" descr="secure_auth_icon_17753689155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800">
                <a:solidFill>
                  <a:srgbClr val="00C8FF"/>
                </a:solidFill>
              </a:defRPr>
            </a:pPr>
            <a:r>
              <a:t>UI/UX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Glassmorphism Theme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Responsive Design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Micro-animations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800">
                <a:solidFill>
                  <a:srgbClr val="00C8FF"/>
                </a:solidFill>
              </a:defRPr>
            </a:pPr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Relational Schema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ACID Transactions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Optimized Querying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800">
                <a:solidFill>
                  <a:srgbClr val="00C8FF"/>
                </a:solidFill>
              </a:defRPr>
            </a:pPr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CORS handling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Auth Logic Fixes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Deployment Sync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800">
                <a:solidFill>
                  <a:srgbClr val="00C8FF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2FA Integration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AI Fraud Analytics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Multi-currency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800">
                <a:solidFill>
                  <a:srgbClr val="00C8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Secure and Scalable.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Mastery of Full-stack.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Production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