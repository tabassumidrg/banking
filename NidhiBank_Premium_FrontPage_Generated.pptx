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8000">
                <a:solidFill>
                  <a:srgbClr val="00FFFF"/>
                </a:solidFill>
              </a:defRPr>
            </a:pPr>
            <a:r>
              <a:t>NIDHIBANK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Next-Gen Digital Banking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