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nking_hero_image_17753688956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72000" cy="457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54880" y="1828800"/>
            <a:ext cx="4114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4800">
                <a:solidFill>
                  <a:srgbClr val="3B82F6"/>
                </a:solidFill>
              </a:defRPr>
            </a:pPr>
            <a:r>
              <a:t>NIDHI BANK: FULL DETAIL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Comprehensive Architectural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60A5FA"/>
                </a:solidFill>
              </a:defRPr>
            </a:pPr>
            <a:r>
              <a:t>1. System Architecture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Frontend: Next.js 14 (App Router) serving the client application.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Backend: FastAPI providing a high-performance RESTful API layer.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Database: Neon PostgreSQL (Serverless) for durable data storage.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Hosting: Multi-provider deployment (Vercel for Frontend, Render for Backend).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Communication: JSON-based REST APIs with CORS protection.</a:t>
            </a:r>
          </a:p>
        </p:txBody>
      </p:sp>
      <p:pic>
        <p:nvPicPr>
          <p:cNvPr id="4" name="Picture 3" descr="tech_stack_visualization_17753689509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41148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60A5FA"/>
                </a:solidFill>
              </a:defRPr>
            </a:pPr>
            <a:r>
              <a:t>2. Frontend: Next.js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State Management: React 'useState' and 'useEffect' for local session handling.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Client-Side Rendering: 'use client' directive for interactive dashboard elements.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API Integration: Native 'fetch' API with async/await for non-blocking I/O.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Session Persistence: Utilizing 'localStorage' for storing JWT-less user sessions.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Real-time Updates: CustomEvent dispatchers for immediate UI feedback.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60A5FA"/>
                </a:solidFill>
              </a:defRPr>
            </a:pPr>
            <a:r>
              <a:t>3. Backend: FastAPI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Framework: High-performance Python 3.x FastAPI (Asynchronous by design).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Data Validation: Pydantic models (UserSignup, UserLogin) for schema enforcement.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CORS Middleware: Explicit 'CORSMiddleware' configuration for global access.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Dependency Management: 'psycopg2' with RealDictCursor for mapping SQL to JSON.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Error Handling: Custom HTTPException wrappers for structured API responses.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60A5FA"/>
                </a:solidFill>
              </a:defRPr>
            </a:pPr>
            <a:r>
              <a:t>4. Database: PostgreSQL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Users Table: Primary identifier (SERIAL), Unique Email/Mobile, Hashed Passwords.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Transactions Table: Foreign Keys linking to Users (sender_id, receiver_id).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Data Types: 'DECIMAL(12,2)' for precision banking calculations.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Timestamps: 'TIMESTAMP WITH TIME ZONE' for global transaction auditing.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Normalization: 3NF design ensuring zero data redundancy.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60A5FA"/>
                </a:solidFill>
              </a:defRPr>
            </a:pPr>
            <a:r>
              <a:t>5. Fund Transfer: Atomic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Integrity: Wrapping balance updates in a single SQL TRANSACTION (BEGIN/COMMIT).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Validation: Strict server-side verification of sender balance vs. transfer amount.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Receiver Checks: Database-level existence verification before processing.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Error Recovery: 'ROLLBACK' mechanism on any failure to prevent money loss.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Logging: Automatic record insertion into the transactions table.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60A5FA"/>
                </a:solidFill>
              </a:defRPr>
            </a:pPr>
            <a:r>
              <a:t>6. Security: Cryptographic Hardening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Hashing: Direct 'bcrypt' salt/hash implementation for credential storage.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Prevention: Mitigation of 'passlib' vulnerabilities (72-character limit).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CORS: Rigid Origin, Method, and Header white-listing for the Render API.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Authentication: Secure sign-in flow with server-side credential verification.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Input Sanitization: Mitigation of common SQL Injection and XSS vectors.</a:t>
            </a:r>
          </a:p>
        </p:txBody>
      </p:sp>
      <p:pic>
        <p:nvPicPr>
          <p:cNvPr id="4" name="Picture 3" descr="secure_auth_icon_17753689155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22860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60A5FA"/>
                </a:solidFill>
              </a:defRPr>
            </a:pPr>
            <a:r>
              <a:t>7. UI/UX: Design Philosophy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Theme: Midnight Blue Dark Mode using HSL CSS variables.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Glassmorphism: High-fidelity 'backdrop-filter: blur(10px)' on all panels.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Typography: 'Inter' sans-serif family for maximum readability.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Animations: Keyframe-based fadeIn/Down/Up for a smooth product feel.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Responsive: 100% Mobile-first UI using CSS Media Queries.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60A5FA"/>
                </a:solidFill>
              </a:defRPr>
            </a:pPr>
            <a:r>
              <a:t>8. Administrative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User Hub: Advanced searchable list of all registered bank users.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Dashboard: Real-time balance fetching with locale-aware (₹) formatting.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Management tools: Dynamic transaction lists filtered by User ID.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Virtual Cards: Logic-based card generation with mock security credentials.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Audit Trail: Detailed logging of last 5 transactions on individual profiles.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60A5FA"/>
                </a:solidFill>
              </a:defRPr>
            </a:pPr>
            <a:r>
              <a:t>9. SDLC &amp; Deployment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Version Control: Centralized GitHub repository architecture.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CI/CD: Automated Git-triggers for Vercel (Frontend) and Render (Backend).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Environment Sync: Centralized .env management across local/prod nodes.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Build Verification: Rigid Next.js build checks to prevent runtime errors.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API Redundancy: Multiple health-check endpoints for monitoring.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60A5FA"/>
                </a:solidFill>
              </a:defRPr>
            </a:pPr>
            <a:r>
              <a:t>10. Future Innovation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Authentication: Integration of Biometric and TOTP-based 2FA.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Analytics: AI-driven spending patterns and risk score calculations.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Internationalization: Support for multi-currency (USD, EUR) transfers.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Architecture: Transitioning from monolith to modular Microservices.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Scalability: Implementing Redis-based caching for high-traffic sessions.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60A5FA"/>
                </a:solidFill>
              </a:defRPr>
            </a:pPr>
            <a:r>
              <a:t>11. Summary of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Fully functional end-to-end banking ecosystem built in &lt; 1 week.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Successfully mastered both Python (FastAPI) and JavaScript (Next.js) paradigms.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High-end visual aesthetic on par with industry Fintech products.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Scalable foundation ready for real-world user onboarding.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3600">
                <a:solidFill>
                  <a:srgbClr val="60A5FA"/>
                </a:solidFill>
              </a:defRPr>
            </a:pPr>
            <a:r>
              <a:t>12. THANK YOU /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Technical Documentation: 100% coverage in PROJECT_TRACKER.md.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Software Stack: Open source, modern, and high-performance.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Presentation Author: Designed with Antigravity AI for perfection.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Questions?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</a:defRPr>
            </a:pPr>
            <a:r>
              <a:t>Thank you for your time!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