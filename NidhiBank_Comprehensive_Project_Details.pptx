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NIDHI BANK: COMPLETE PROJECT DETAILS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A Full-Stack Fintech Platform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1. Project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Project Name: Nidhi Bank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Objective: To deliver a fully functional, secure, and modern digital banking system.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Key Features: Real-time fund transfers, Virtual cards, User management, Security logging.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Development Approach: Fully decoupled architecture with distinct Frontend, Backend, and DB.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2. Comprehensive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Frontend Ecosystem: Next.js 14, React.js, standard HTML/CSS structuring.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Backend Framework: FastAPI (Python) for asynchronous, high-concurrency API handling.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Database: Neon PostgreSQL, deployed as a serverless relational ledger.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Hosting Providers: Vercel (Frontend Client) &amp; Render (Backend API Service).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Language Context: Python 3.x and JavaScript (ES6+).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3. Project 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/frontend: Client application encompassing Next.js components, pages, and CSS modules.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/backend: Root for FastAPI application, python dependencies, and main.py route handler.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/db: Database migration, seeding, and configuration scripts.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Root files: Project deployment scripts (redeploy.py, check_render.py) and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4. Relational Database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Normalized Data Storage: Users and Transactions tables built with standard SQL schemas.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Data Integrity: Foreign Key constraints linking Transactions directly to authentic user IDs.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Numeric Precision: Using DECIMAL(12,2) for perfectly accurate non-floating financial balances.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Auditing: Utilizing comprehensive TIMESTAMP logs to create immutable transaction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5. Secure Backend Architecture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Authentication: Standard Bcrypt hashing avoiding older limit-bound libraries.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Routing Logic: Segregated handlers for User operations over cross-origin authenticated requests.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CORS Middleware: Custom CORS configuration enabling cross-platform interactions.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Safety Measures: Real-time server-side balance checking prior to allowing any fund deduction.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6. Frontend Presentation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Glassmorphism UI: Implementation of translucent UI elements with blurred aesthetic backdrops.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Responsive Router: Next.js /app router utilized for handling deep linking (e.g. /dashboard/settings).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Authentication States: Redirecting unauthenticated access and establishing localized auth persistence.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Feedback Mechanisms: Professional toast notifications to replace standard browser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7. Foundational Features: Fund Transfers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End-to-End Flow: Frontend form validation linked directly to atomic backend SQL execution.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Atomicity Guarantee: Wrapped in BEGIN/COMMIT blocks to prevent mismatched money movements.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Validation: Strict system verification preventing users from transferring negative amounts or overdrafting.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Instant Feedback: Web UI syncs with JSON responses immediately rendering new wallet balances.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8. Advanced Administrative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Directory Listing: Database-connected UI listing hundreds of active users with fast filtering.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Detailed Interactivity: Dropdown options providing dynamically generated virtual account details.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Virtual Cards Ecosystem: Simulated infrastructure allowing users to generate functional card credentials.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9. Operational 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CI/CD Integration: Seamless triggers enabling auto-redeployments on Github master pushes.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Vercel: Edge functional deployment providing extreme low latency for client files.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Render: Scalable backend webservice operating on an automated deployment bridge.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Automation Tools: Python scripts (e.g. check_vercel.py) automating daily dev-ops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10. Conclusion &amp; Project Finality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Outcome: A completely successful end-to-end banking implementation.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Future Additions: Setup allows for effortless integration with mobile frameworks (e.g. React Native).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Documentation: In-depth code comments and READMEs maintaining professional structure.</a:t>
            </a:r>
          </a:p>
          <a:p>
            <a:pPr>
              <a:spcAft>
                <a:spcPts val="1200"/>
              </a:spcAft>
              <a:defRPr sz="1800">
                <a:solidFill>
                  <a:srgbClr val="F1F5F9"/>
                </a:solidFill>
              </a:defRPr>
            </a:pPr>
            <a:r>
              <a:t>Thank you for reviewing the NIDHI BANK comprehensive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