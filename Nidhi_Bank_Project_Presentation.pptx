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Nidhi Bank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Premium Full-Stack Digital Banking Solution</a:t>
            </a:r>
          </a:p>
          <a:p>
            <a:r>
              <a:t>Next.js | FastAPI |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Modern digital banking platform focused on security and user experience.</a:t>
            </a:r>
          </a:p>
          <a:p>
            <a:pPr/>
            <a:r>
              <a:t>End-to-end implementation from frontend UI to backend logic.</a:t>
            </a:r>
          </a:p>
          <a:p>
            <a:pPr/>
            <a:r>
              <a:t>Built to demonstrate atomic financial transactions and secure auth.</a:t>
            </a:r>
          </a:p>
          <a:p>
            <a:pPr/>
            <a:r>
              <a:t>Features a high-end Glassmorphism design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Next.js 14, Vanilla CSS, Responsive Design</a:t>
            </a:r>
          </a:p>
          <a:p>
            <a:pPr/>
            <a:r>
              <a:t>Backend: FastAPI (Python), RESTful API Architecture</a:t>
            </a:r>
          </a:p>
          <a:p>
            <a:pPr/>
            <a:r>
              <a:t>Database: PostgreSQL (Neon Cloud)</a:t>
            </a:r>
          </a:p>
          <a:p>
            <a:pPr/>
            <a:r>
              <a:t>Authentication: Bcrypt Hashing, Secure Sign-in Flow</a:t>
            </a:r>
          </a:p>
          <a:p>
            <a:pPr/>
            <a:r>
              <a:t>Deployment: Vercel (Frontend), Render (Backend)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Banking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Onboarding: Secure signup and profile creation.</a:t>
            </a:r>
          </a:p>
          <a:p>
            <a:pPr/>
            <a:r>
              <a:t>Financial Dashboard: Real-time balance and transaction history.</a:t>
            </a:r>
          </a:p>
          <a:p>
            <a:pPr/>
            <a:r>
              <a:t>Fund Transfers: Peer-to-peer transfers using receiver email.</a:t>
            </a:r>
          </a:p>
          <a:p>
            <a:pPr/>
            <a:r>
              <a:t>User Management: Administrative views for user listing and auditing.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Password Security: No plain-text storage; direct Bcrypt hashing.</a:t>
            </a:r>
          </a:p>
          <a:p>
            <a:pPr/>
            <a:r>
              <a:t>CORS Protection: Explicit middleware handling for secure API access.</a:t>
            </a:r>
          </a:p>
          <a:p>
            <a:pPr/>
            <a:r>
              <a:t>Data Integrity: Validation at both frontend and backend layers.</a:t>
            </a:r>
          </a:p>
          <a:p>
            <a:pPr/>
            <a:r>
              <a:t>Protected Routes: Dashboard accessible only to authenticated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Atomic Fund Transfers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SQL Transactions: Uses BEGIN/COMMIT to ensure data integrity.</a:t>
            </a:r>
          </a:p>
          <a:p>
            <a:pPr/>
            <a:r>
              <a:t>Balance Validation: Server-side check for sufficient funds.</a:t>
            </a:r>
          </a:p>
          <a:p>
            <a:pPr/>
            <a:r>
              <a:t>Recipient Verification: Real-time existence checks via database.</a:t>
            </a:r>
          </a:p>
          <a:p>
            <a:pPr/>
            <a:r>
              <a:t>Automated Logging: Instant transaction record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Glassmorphism: Translucent panels with backdrop blurring.</a:t>
            </a:r>
          </a:p>
          <a:p>
            <a:pPr/>
            <a:r>
              <a:t>Responsive Layout: Mobile-first approach with sidebars.</a:t>
            </a:r>
          </a:p>
          <a:p>
            <a:pPr/>
            <a:r>
              <a:t>Micro-animations: Pulsing badges, tray pop-ins, and focus effects.</a:t>
            </a:r>
          </a:p>
          <a:p>
            <a:pPr/>
            <a:r>
              <a:t>Dark Mode: Standard high-fidelity dark aesthetic for modern feel.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Account Summary: Detailed breakdown of balance and user info.</a:t>
            </a:r>
          </a:p>
          <a:p>
            <a:pPr/>
            <a:r>
              <a:t>Recent Activity: Scrollable transaction logs with status indicators.</a:t>
            </a:r>
          </a:p>
          <a:p>
            <a:pPr/>
            <a:r>
              <a:t>Product Management: Virtual Card system with mock details.</a:t>
            </a:r>
          </a:p>
          <a:p>
            <a:pPr/>
            <a:r>
              <a:t>Quick Actions: Easy access to transfers and settings.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GitHub-driven deployments for both frontend and backend.</a:t>
            </a:r>
          </a:p>
          <a:p>
            <a:pPr/>
            <a:r>
              <a:t>Database scalability with Neon Serverless PostgreSQL.</a:t>
            </a:r>
          </a:p>
          <a:p>
            <a:pPr/>
            <a:r>
              <a:t>CORS policy optimization for multi-cloud communication.</a:t>
            </a:r>
          </a:p>
          <a:p>
            <a:pPr/>
            <a:r>
              <a:t>Production-ready environment variables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Implementing Real-time Multi-factor Authentication (MFA).</a:t>
            </a:r>
          </a:p>
          <a:p>
            <a:pPr/>
            <a:r>
              <a:t>Adding Real-time push notifications for transactions.</a:t>
            </a:r>
          </a:p>
          <a:p>
            <a:pPr/>
            <a:r>
              <a:t>Integrating PDF e-statement generation.</a:t>
            </a:r>
          </a:p>
          <a:p>
            <a:pPr/>
            <a:r>
              <a:t>Expanding to multi-currency and crypto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Nidhi Bank successfully blends security with modern aesthetics.</a:t>
            </a:r>
          </a:p>
          <a:p>
            <a:pPr/>
            <a:r>
              <a:t>Proven architecture using FastAPI and Next.js.</a:t>
            </a:r>
          </a:p>
          <a:p>
            <a:pPr/>
            <a:r>
              <a:t>Scalable database design ready for growth.</a:t>
            </a:r>
          </a:p>
          <a:p>
            <a:pPr/>
            <a:r>
              <a:t>A complete demonstration of full-stack engineering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